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EC9213">
              <a:alpha val="15000"/>
            </a:srgbClr>
          </a:solidFill>
          <a:ln w="12700">
            <a:solidFill>
              <a:srgbClr val="EC921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82880"/>
            <a:ext cx="2286000" cy="2286000"/>
          </a:xfrm>
          <a:prstGeom prst="ellipse">
            <a:avLst/>
          </a:prstGeom>
          <a:solidFill>
            <a:srgbClr val="EC9213">
              <a:alpha val="30000"/>
            </a:srgbClr>
          </a:solidFill>
          <a:ln w="12700">
            <a:solidFill>
              <a:srgbClr val="EC9213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🪔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C92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LivyLamp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E-Commerce Application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deployed — a complete online lamp store built with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 · Node.js · Express · PostgreSQL · Supabase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0F3460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livy-lamp.vercel.app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Built end-to-end during coursework  ·  Deployed on Vercel + Render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logout with JWT tokens. Passwords hashed with bcrypt. 7-day token expiry with auto logout.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4068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Browsing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real lamp products loaded from PostgreSQL. Search by name, filter by type (Floor, Table, Pendant).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11480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Checkout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cart, update quantities, remove items. Checkout places a real order in the database.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11480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4068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star ratings and comments. One review per user per product. Average rating shown.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411480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products. Upload images from PC. View all orders, update order status.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411480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4068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images uploaded to Supabase Storage bucket. Served via public CDN URLs.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page structure and semantic markup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styling, layout, animations, responsive design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— interactivity, DOM manipulation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— HTTP requests to the backend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926080"/>
            <a:ext cx="64008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— JavaScript runtime on the server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— web framework, routing, middleware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JSON Web Tokens for secure authentication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— secure password hashing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1148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64008" cy="1691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Storage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relational database (via Supabase)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hosted DB + file storage + API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— handles file uploads in Express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@supabase/supabase-js — storage SDK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64008" cy="1691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frontend hosting (static files)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— backend hosting (Node.js server)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version control and deployment source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84048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frontend/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40280" y="1508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page — all HTML structure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css/main.css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40280" y="18470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styles, components, layout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1854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css/admin.css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40280" y="21854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specific styles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5237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js/api.js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40280" y="25237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fetch() calls to backend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862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js/auth.js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40280" y="2862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signup, token management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js/ui.js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40280" y="3200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Toast, modals, navigation helpers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5387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js/products.js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40280" y="3538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fetching, rendering, search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8770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js/cart.js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40280" y="38770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state, checkout logic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2153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js/admin.js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40280" y="42153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products &amp; orders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backend/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508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66560" y="1508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point, mounts all routes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1847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db.js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1847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connection pool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21854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supabase.js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6560" y="21854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 client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2523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middleware/auth.js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66560" y="25237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verify + admin check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92040" y="2862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routes/auth.js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66560" y="2862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/register, POST /login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92040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routes/products.js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6656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/products, GET /products/:id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92040" y="3538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routes/orders.js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66560" y="3538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/orders, GET /orders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92040" y="3877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routes/reviews.js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66560" y="38770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&amp; POST /products/:id/reviews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92040" y="42153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routes/upload.js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766560" y="42153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/admin/upload (images)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92040" y="4553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routes/admin.js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66560" y="4553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orders, products, reviews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 in PostgreSQL — hosted on Supabase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600200" cy="1755648"/>
          </a:xfrm>
          <a:prstGeom prst="rect">
            <a:avLst/>
          </a:prstGeom>
          <a:solidFill>
            <a:srgbClr val="0F346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160020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71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7373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BIGSERIAL  PK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20116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TEXT  UNIQUE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22860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 TEXT (hashed)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560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is_admin  BOOLEAN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28346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 TIMESTAMP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11680" y="1325880"/>
            <a:ext cx="1600200" cy="2029968"/>
          </a:xfrm>
          <a:prstGeom prst="rect">
            <a:avLst/>
          </a:prstGeom>
          <a:solidFill>
            <a:srgbClr val="0F346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325880"/>
            <a:ext cx="160020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1371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17373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BIGSERIAL  PK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84832" y="20116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TEXT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84832" y="22860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 TEXT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84832" y="2560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 DECIMAL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84832" y="28346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image_url  TEXT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84832" y="31089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stock_quantity  INT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49040" y="1325880"/>
            <a:ext cx="1600200" cy="1755648"/>
          </a:xfrm>
          <a:prstGeom prst="rect">
            <a:avLst/>
          </a:prstGeom>
          <a:solidFill>
            <a:srgbClr val="0F3460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1325880"/>
            <a:ext cx="160020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22192" y="1371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22192" y="17373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BIGSERIAL  PK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22192" y="20116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FK → users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22192" y="22860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 TEXT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22192" y="2560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 DECIMAL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22192" y="28346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 TIMESTAMP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97280" y="3108960"/>
            <a:ext cx="1600200" cy="1755648"/>
          </a:xfrm>
          <a:prstGeom prst="rect">
            <a:avLst/>
          </a:prstGeom>
          <a:solidFill>
            <a:srgbClr val="0F34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97280" y="3108960"/>
            <a:ext cx="1600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3154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70432" y="35204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BIGSERIAL  PK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70432" y="37947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  FK → orders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70432" y="4069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  FK → products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70432" y="43434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 INT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70432" y="46177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 DECIMAL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120640" y="1325880"/>
            <a:ext cx="1600200" cy="2029968"/>
          </a:xfrm>
          <a:prstGeom prst="rect">
            <a:avLst/>
          </a:prstGeom>
          <a:solidFill>
            <a:srgbClr val="0F346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20640" y="1325880"/>
            <a:ext cx="160020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93792" y="1371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93792" y="17373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BIGSERIAL  PK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93792" y="20116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  FK → products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193792" y="22860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FK → users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193792" y="2560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  INT (1–5)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193792" y="28346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  TEXT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93792" y="31089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UNIQUE(product_id, user_id)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= Foreign Key — links tables together  ·  UNIQUE = prevents duplicate data  ·  PK = Primary Key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Backend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1554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5544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4813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button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1097280"/>
            <a:ext cx="1554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0" y="1097280"/>
            <a:ext cx="1554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1188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84832" y="14813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sends HTTP request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1097280"/>
            <a:ext cx="1554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1097280"/>
            <a:ext cx="155448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1188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22192" y="14813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request to handler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2286000"/>
            <a:ext cx="1554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2286000"/>
            <a:ext cx="1554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22192" y="26700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JWT token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1097280"/>
            <a:ext cx="1554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097280"/>
            <a:ext cx="15544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188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59552" y="14813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data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1097280"/>
            <a:ext cx="1554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1097280"/>
            <a:ext cx="15544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1188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96912" y="14813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sent back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0" y="1481328"/>
            <a:ext cx="182880" cy="0"/>
          </a:xfrm>
          <a:prstGeom prst="line">
            <a:avLst/>
          </a:prstGeom>
          <a:noFill/>
          <a:ln w="25400">
            <a:solidFill>
              <a:srgbClr val="EC92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8308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9213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66160" y="1481328"/>
            <a:ext cx="182880" cy="0"/>
          </a:xfrm>
          <a:prstGeom prst="line">
            <a:avLst/>
          </a:prstGeom>
          <a:noFill/>
          <a:ln w="25400">
            <a:solidFill>
              <a:srgbClr val="EC92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9213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03520" y="1481328"/>
            <a:ext cx="182880" cy="0"/>
          </a:xfrm>
          <a:prstGeom prst="line">
            <a:avLst/>
          </a:prstGeom>
          <a:noFill/>
          <a:ln w="25400">
            <a:solidFill>
              <a:srgbClr val="EC92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9213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040880" y="1481328"/>
            <a:ext cx="182880" cy="0"/>
          </a:xfrm>
          <a:prstGeom prst="line">
            <a:avLst/>
          </a:prstGeom>
          <a:noFill/>
          <a:ln w="25400">
            <a:solidFill>
              <a:srgbClr val="EC92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9213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3200400"/>
            <a:ext cx="402336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11480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1480" y="3547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URL path (e.g. /products) is handled by a separate file in routes/. Express reads the URL and calls the right function.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069080"/>
            <a:ext cx="402336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1480" y="4142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11480" y="4416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runs before a route handler. authenticateToken() checks the JWT on every protected route before allowing access.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200400"/>
            <a:ext cx="402336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00600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00600" y="3547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log in, the server creates a signed token. The frontend stores it and sends it with every request in the Authorization header.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4069080"/>
            <a:ext cx="402336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00600" y="4142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00600" y="4416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never stored as plain text. bcrypt turns 'mypassword' into a long hash. On login it compares hashes, not the actual password.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Frontend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1234440"/>
          </a:xfrm>
          <a:prstGeom prst="rect">
            <a:avLst/>
          </a:prstGeom>
          <a:solidFill>
            <a:srgbClr val="0F34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78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The Structure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600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every element on the page: header, nav, product cards, modals, forms. Uses semantic tags like &lt;main&gt;, &lt;section&gt;, &lt;article&gt;, &lt;header&gt; for meaning. IDs like id="products-grid" give JavaScript a target to inject content into.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1234440"/>
          </a:xfrm>
          <a:prstGeom prst="rect">
            <a:avLst/>
          </a:prstGeom>
          <a:solidFill>
            <a:srgbClr val="0F346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64008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78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28032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The Appearance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600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(--primary, --card) define the colour theme in one place. Classes like .product-card, .btn-primary style components consistently. Media queries (@media) make the layout responsive across screen sizes.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114800" cy="1234440"/>
          </a:xfrm>
          <a:prstGeom prst="rect">
            <a:avLst/>
          </a:prstGeom>
          <a:solidFill>
            <a:srgbClr val="0F346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77440"/>
            <a:ext cx="64008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50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api.js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api.js — The Communicator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29718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request() function handles all fetch() calls. Automatically attaches the JWT token from localStorage to every request. Throws errors with clear messages so other modules can show toasts.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377440"/>
            <a:ext cx="4114800" cy="1234440"/>
          </a:xfrm>
          <a:prstGeom prst="rect">
            <a:avLst/>
          </a:prstGeom>
          <a:solidFill>
            <a:srgbClr val="0F3460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377440"/>
            <a:ext cx="64008" cy="1234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450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auth.js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8032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— Authentication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9718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handleLogin() sends POST /login, saves the token. handleSignup() sends POST /register. updateAuthUI() checks the token and switches the account icon to show logged-in state.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4114800" cy="1234440"/>
          </a:xfrm>
          <a:prstGeom prst="rect">
            <a:avLst/>
          </a:prstGeom>
          <a:solidFill>
            <a:srgbClr val="0F346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49040"/>
            <a:ext cx="64008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822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products.js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products.js — Products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3434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loadProducts() fetches from GET /products and stores in PRODUCTS array. renderProducts() builds product card HTML and injects into the grid. interleavedByType() rotates product types for visual variety.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749040"/>
            <a:ext cx="4114800" cy="1234440"/>
          </a:xfrm>
          <a:prstGeom prst="rect">
            <a:avLst/>
          </a:prstGeom>
          <a:solidFill>
            <a:srgbClr val="0F3460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749040"/>
            <a:ext cx="64008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822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cart.js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28032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cart.js — Cart &amp; Checkout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43434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cart[] array holds items in memory. addToCart(), removeFromCart(), changeQty() update the array and re-render. handleCheckout() sends POST /orders with cart items and clears cart on success.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20040" cy="320040"/>
          </a:xfrm>
          <a:prstGeom prst="ellipse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signup 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572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entered in modal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320040" cy="320040"/>
          </a:xfrm>
          <a:prstGeom prst="ellipse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handleSignup() fires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1214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email format, password length, match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320040" cy="320040"/>
          </a:xfrm>
          <a:prstGeom prst="ellipse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4688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6700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{email, password} to backend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320040" cy="320040"/>
          </a:xfrm>
          <a:prstGeom prst="ellipse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017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bcrypt.hash()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2186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turned into a long unreadable hash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320040" cy="320040"/>
          </a:xfrm>
          <a:prstGeom prst="ellipse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5661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users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7673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 saved — never plain text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320040" cy="320040"/>
          </a:xfrm>
          <a:prstGeom prst="ellipse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1148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toast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3159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redirected to login tab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TOKEN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137160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13716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 sent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15727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sent to server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192024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1920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bcrypt.compare()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21214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input to stored hash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246888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24688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jwt.sign()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26700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token with {id, is_admin, expiry: 7d}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01752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66360" y="3017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66360" y="32186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localStorage.setItem('livylamp_token')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356616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66360" y="3566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updateAuthUI()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66360" y="37673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icon changes, Admin link appears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411480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66360" y="4114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logout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66360" y="43159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401/403 response clears token, redirects home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480560" y="1005840"/>
            <a:ext cx="0" cy="3931920"/>
          </a:xfrm>
          <a:prstGeom prst="line">
            <a:avLst/>
          </a:prstGeom>
          <a:noFill/>
          <a:ln w="12700">
            <a:solidFill>
              <a:srgbClr val="16213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Reference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658368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11556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" y="10515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87552" y="12710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user account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82112" y="114300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658368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68249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7552" y="16184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87552" y="18379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returns JWT token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82112" y="170992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139696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139696"/>
            <a:ext cx="658368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24942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87552" y="21854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87552" y="24048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25 products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82112" y="22768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706624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06624"/>
            <a:ext cx="658368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8163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87552" y="2752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/products/:id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87552" y="2971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one product by 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82112" y="28437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273552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273552"/>
            <a:ext cx="658368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3832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87552" y="33192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/products/:id/reviews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87552" y="3538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+ average rating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82112" y="341071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840480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840480"/>
            <a:ext cx="658368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395020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87552" y="38862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/products/:id/reviews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87552" y="41056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review (1 per user)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182112" y="397764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Login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407408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407408"/>
            <a:ext cx="658368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451713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87552" y="44531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/orders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87552" y="46725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order, decrement stock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82112" y="454456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Login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1005840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1005840"/>
            <a:ext cx="658368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1728" y="111556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76672" y="10515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/orders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376672" y="12710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user's own order history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571232" y="114300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Login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1572768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1572768"/>
            <a:ext cx="658368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168249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376672" y="16184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/admin/orders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376672" y="18379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orders in system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571232" y="170992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Admin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63440" y="2139696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2139696"/>
            <a:ext cx="65836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81728" y="224942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376672" y="21854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/admin/orders/:id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376672" y="24048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status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571232" y="22768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Admin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706624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63440" y="2706624"/>
            <a:ext cx="658368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81728" y="28163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376672" y="2752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/admin/products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76672" y="2971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product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571232" y="28437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Admin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663440" y="3273552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63440" y="3273552"/>
            <a:ext cx="65836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81728" y="33832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376672" y="33192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/admin/products/:id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376672" y="3538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product details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571232" y="341071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Admin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663440" y="3840480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63440" y="3840480"/>
            <a:ext cx="658368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81728" y="395020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376672" y="38862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/admin/products/:id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376672" y="41056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product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571232" y="397764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Admin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663440" y="4407408"/>
            <a:ext cx="41605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663440" y="4407408"/>
            <a:ext cx="658368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681728" y="451713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376672" y="44531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92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/admin/upload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5376672" y="46725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product image to Supabase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571232" y="454456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Admin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Upload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406908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1161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selects 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90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input in admin dashboard accepts JPEG, PNG, WebP. Max 5MB.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06908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46888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2441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FormData created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7706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wraps the file in FormData — a special format for sending files over HTTP.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06908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74904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3721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/admin/upload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405079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apiUploadImage() sends the file to the backend with the admin JWT token.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06908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1887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13248" y="1161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receives file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13248" y="1490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middleware intercepts the request and stores the file in server memory (not disk).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331720"/>
            <a:ext cx="406908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46888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13248" y="2441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13248" y="27706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uploads file buffer to Supabase 'product-images' bucket using the service key.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611880"/>
            <a:ext cx="406908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74904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13248" y="3721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 returned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405079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returns a permanent CDN URL. This URL is saved in products.image_url in the DB.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0624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C9213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1920240"/>
          </a:xfrm>
          <a:prstGeom prst="rect">
            <a:avLst/>
          </a:prstGeom>
          <a:solidFill>
            <a:srgbClr val="0F346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Vercel — 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 folder (static HTML, CSS, JS)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</a:t>
            </a:r>
            <a:pPr indent="0" marL="0">
              <a:buNone/>
            </a:pPr>
            <a:r>
              <a:rPr lang="en-US" sz="1100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livy-lamp.vercel.app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GitHub. Auto-deploys on every push to main.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1920240"/>
          </a:xfrm>
          <a:prstGeom prst="rect">
            <a:avLst/>
          </a:prstGeom>
          <a:solidFill>
            <a:srgbClr val="0F346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24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Render — 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90472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 folder (Node.js server)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vars: </a:t>
            </a:r>
            <a:pPr indent="0" marL="0">
              <a:buNone/>
            </a:pPr>
            <a:r>
              <a:rPr lang="en-US" sz="1100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DATABASE_URL, JWT_SECRET, SUPABASE keys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from GitHub, runs node server.js automatically.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841248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841248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81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Supabase — Database + Storage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547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20240" y="354787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 — users, products, orders, order_items, reviews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20240" y="39319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product-images bucket — all 25+ lamp images served as public CDN files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315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20240" y="43159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uses Session Pooler URL in .env — never exposed to the frontend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000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Key: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920240" y="470001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server-side for Storage uploads — never sent to the browser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 Moments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12344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🐛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1097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routes can't be tested in a browser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426464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only send GET requests in the URL bar. We learned to use Thunder Client / Postman to test POST, PATCH, DELETE routes properly.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2344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21808" y="1097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are critical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21808" y="1426464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JWT_SECRET caused 'secretOrPrivateKey must have a value'. Missing SUPABASE keys broke image uploads. .env files keep secrets out of GitHub.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4114800" cy="12344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487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2688" y="2487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vs Transaction Pooler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81635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offers two connection types. Transaction Pooler caused 'password authentication failed'. Session Pooler is the right choice for Node.js.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395728"/>
            <a:ext cx="4114800" cy="12344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73168" y="2487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21808" y="2487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improves everything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21808" y="281635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one server.js file to routes/middleware structure made the code readable, maintainable, and scalable — a real production pattern.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785616"/>
            <a:ext cx="4114800" cy="12344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38770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2688" y="387705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need a storage strategy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420624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URLs from seeded data failed in production. Supabase Storage solved this with permanent public CDN URLs that work both locally and deployed.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785616"/>
            <a:ext cx="4114800" cy="1234440"/>
          </a:xfrm>
          <a:prstGeom prst="rect">
            <a:avLst/>
          </a:prstGeom>
          <a:solidFill>
            <a:srgbClr val="0F346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3168" y="38770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21808" y="387705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must agree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21808" y="420624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added the type column to the DB, the frontend needed updating too. Full-stack means both sides must always be kept in sync.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406908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06908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Security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27048"/>
            <a:ext cx="3794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express-validator — validate all form inputs server-side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 — prevent brute force on /login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 — set secure HTTP headers automatically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3017520"/>
            <a:ext cx="406908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3017520"/>
            <a:ext cx="40690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081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493008"/>
            <a:ext cx="3794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page with order history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via email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/ discount code system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pagination (currently loads all 25 at once)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06908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406908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527048"/>
            <a:ext cx="3794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integration — real card payments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 emails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generation (PDF)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6908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17520"/>
            <a:ext cx="406908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3081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Code Quality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493008"/>
            <a:ext cx="3794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unit tests for route handlers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JSDoc comments on all backend functions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HTML templates from JS into &lt;template&gt; tags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EC9213">
              <a:alpha val="12000"/>
            </a:srgbClr>
          </a:solidFill>
          <a:ln w="12700">
            <a:solidFill>
              <a:srgbClr val="EC921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548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🪔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C92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LivyLamp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Full-stack. Deployed. Production-ready.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0" y="3063240"/>
            <a:ext cx="4023360" cy="36576"/>
          </a:xfrm>
          <a:prstGeom prst="rect">
            <a:avLst/>
          </a:prstGeom>
          <a:solidFill>
            <a:srgbClr val="EC9213"/>
          </a:solidFill>
          <a:ln w="12700">
            <a:solidFill>
              <a:srgbClr val="EC92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C9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livy-lamp.vercel.app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·  CSS  ·  JavaScript  ·  Node.js  ·  Express  ·  PostgreSQL  ·  Supabase  ·  JWT  ·  bcrypt  ·  Vercel  ·  Render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LivyLamp — Full Stack E-Commerce App</dc:title>
  <dc:subject>PptxGenJS Presentation</dc:subject>
  <dc:creator>PptxGenJS</dc:creator>
  <cp:lastModifiedBy>PptxGenJS</cp:lastModifiedBy>
  <cp:revision>1</cp:revision>
  <dcterms:created xsi:type="dcterms:W3CDTF">2026-04-19T16:01:38Z</dcterms:created>
  <dcterms:modified xsi:type="dcterms:W3CDTF">2026-04-19T16:01:38Z</dcterms:modified>
</cp:coreProperties>
</file>